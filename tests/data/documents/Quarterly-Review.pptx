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twelve percent over the quarter.</a:t>
            </a:r>
          </a:p>
          <a:p>
            <a:r>
              <a:t>The northern region led the growth.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two new offices.</a:t>
            </a:r>
          </a:p>
          <a:p>
            <a:r>
              <a:t>Hire a regional sales lead.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Pipelex tests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